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FED37-4B58-49FC-A5C4-62CA3C0E1E7C}" v="6" dt="2026-05-08T04:34:59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e thakur" userId="f3e5fba7346f6fb8" providerId="LiveId" clId="{1C09B967-9617-4F33-9C41-D4A0CE5E31F0}"/>
    <pc:docChg chg="undo custSel modSld sldOrd">
      <pc:chgData name="allie thakur" userId="f3e5fba7346f6fb8" providerId="LiveId" clId="{1C09B967-9617-4F33-9C41-D4A0CE5E31F0}" dt="2026-05-15T05:05:33.540" v="285"/>
      <pc:docMkLst>
        <pc:docMk/>
      </pc:docMkLst>
      <pc:sldChg chg="modSp mod">
        <pc:chgData name="allie thakur" userId="f3e5fba7346f6fb8" providerId="LiveId" clId="{1C09B967-9617-4F33-9C41-D4A0CE5E31F0}" dt="2026-05-08T02:53:18.757" v="157" actId="20577"/>
        <pc:sldMkLst>
          <pc:docMk/>
          <pc:sldMk cId="0" sldId="256"/>
        </pc:sldMkLst>
        <pc:spChg chg="mod">
          <ac:chgData name="allie thakur" userId="f3e5fba7346f6fb8" providerId="LiveId" clId="{1C09B967-9617-4F33-9C41-D4A0CE5E31F0}" dt="2026-05-08T02:53:18.757" v="157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allie thakur" userId="f3e5fba7346f6fb8" providerId="LiveId" clId="{1C09B967-9617-4F33-9C41-D4A0CE5E31F0}" dt="2026-05-08T02:53:04.663" v="135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3T04:55:51.739" v="241" actId="20577"/>
        <pc:sldMkLst>
          <pc:docMk/>
          <pc:sldMk cId="0" sldId="257"/>
        </pc:sldMkLst>
        <pc:spChg chg="mod">
          <ac:chgData name="allie thakur" userId="f3e5fba7346f6fb8" providerId="LiveId" clId="{1C09B967-9617-4F33-9C41-D4A0CE5E31F0}" dt="2026-05-13T04:55:51.739" v="241" actId="20577"/>
          <ac:spMkLst>
            <pc:docMk/>
            <pc:sldMk cId="0" sldId="257"/>
            <ac:spMk id="10" creationId="{00000000-0000-0000-0000-000000000000}"/>
          </ac:spMkLst>
        </pc:spChg>
      </pc:sldChg>
      <pc:sldChg chg="addSp delSp modSp mod ord">
        <pc:chgData name="allie thakur" userId="f3e5fba7346f6fb8" providerId="LiveId" clId="{1C09B967-9617-4F33-9C41-D4A0CE5E31F0}" dt="2026-05-15T05:05:33.540" v="285"/>
        <pc:sldMkLst>
          <pc:docMk/>
          <pc:sldMk cId="0" sldId="258"/>
        </pc:sldMkLst>
        <pc:spChg chg="mod">
          <ac:chgData name="allie thakur" userId="f3e5fba7346f6fb8" providerId="LiveId" clId="{1C09B967-9617-4F33-9C41-D4A0CE5E31F0}" dt="2026-05-08T04:35:14.690" v="187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llie thakur" userId="f3e5fba7346f6fb8" providerId="LiveId" clId="{1C09B967-9617-4F33-9C41-D4A0CE5E31F0}" dt="2026-05-08T02:50:49.835" v="3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llie thakur" userId="f3e5fba7346f6fb8" providerId="LiveId" clId="{1C09B967-9617-4F33-9C41-D4A0CE5E31F0}" dt="2026-05-08T02:50:41.512" v="33" actId="14100"/>
          <ac:spMkLst>
            <pc:docMk/>
            <pc:sldMk cId="0" sldId="258"/>
            <ac:spMk id="6" creationId="{00000000-0000-0000-0000-000000000000}"/>
          </ac:spMkLst>
        </pc:spChg>
        <pc:picChg chg="add mod">
          <ac:chgData name="allie thakur" userId="f3e5fba7346f6fb8" providerId="LiveId" clId="{1C09B967-9617-4F33-9C41-D4A0CE5E31F0}" dt="2026-05-10T09:25:36.695" v="195" actId="1076"/>
          <ac:picMkLst>
            <pc:docMk/>
            <pc:sldMk cId="0" sldId="258"/>
            <ac:picMk id="10" creationId="{BB862A5C-57BA-BAAA-51F7-3C6C360A7CEA}"/>
          </ac:picMkLst>
        </pc:picChg>
      </pc:sldChg>
      <pc:sldChg chg="addSp modSp mod">
        <pc:chgData name="allie thakur" userId="f3e5fba7346f6fb8" providerId="LiveId" clId="{1C09B967-9617-4F33-9C41-D4A0CE5E31F0}" dt="2026-05-08T02:51:42.321" v="61" actId="14100"/>
        <pc:sldMkLst>
          <pc:docMk/>
          <pc:sldMk cId="0" sldId="259"/>
        </pc:sldMkLst>
        <pc:spChg chg="mod">
          <ac:chgData name="allie thakur" userId="f3e5fba7346f6fb8" providerId="LiveId" clId="{1C09B967-9617-4F33-9C41-D4A0CE5E31F0}" dt="2026-05-08T02:51:10.470" v="55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llie thakur" userId="f3e5fba7346f6fb8" providerId="LiveId" clId="{1C09B967-9617-4F33-9C41-D4A0CE5E31F0}" dt="2026-05-08T02:51:01.327" v="54" actId="20577"/>
          <ac:spMkLst>
            <pc:docMk/>
            <pc:sldMk cId="0" sldId="259"/>
            <ac:spMk id="6" creationId="{00000000-0000-0000-0000-000000000000}"/>
          </ac:spMkLst>
        </pc:spChg>
        <pc:picChg chg="add mod">
          <ac:chgData name="allie thakur" userId="f3e5fba7346f6fb8" providerId="LiveId" clId="{1C09B967-9617-4F33-9C41-D4A0CE5E31F0}" dt="2026-05-08T02:51:42.321" v="61" actId="14100"/>
          <ac:picMkLst>
            <pc:docMk/>
            <pc:sldMk cId="0" sldId="259"/>
            <ac:picMk id="7" creationId="{0EF130CE-92C4-CA2C-3B31-FA59FE8C35B3}"/>
          </ac:picMkLst>
        </pc:picChg>
      </pc:sldChg>
      <pc:sldChg chg="addSp modSp mod">
        <pc:chgData name="allie thakur" userId="f3e5fba7346f6fb8" providerId="LiveId" clId="{1C09B967-9617-4F33-9C41-D4A0CE5E31F0}" dt="2026-05-08T02:52:29.544" v="89" actId="1076"/>
        <pc:sldMkLst>
          <pc:docMk/>
          <pc:sldMk cId="0" sldId="260"/>
        </pc:sldMkLst>
        <pc:spChg chg="mod">
          <ac:chgData name="allie thakur" userId="f3e5fba7346f6fb8" providerId="LiveId" clId="{1C09B967-9617-4F33-9C41-D4A0CE5E31F0}" dt="2026-05-08T02:51:53.731" v="82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llie thakur" userId="f3e5fba7346f6fb8" providerId="LiveId" clId="{1C09B967-9617-4F33-9C41-D4A0CE5E31F0}" dt="2026-05-08T02:51:49.075" v="81" actId="20577"/>
          <ac:spMkLst>
            <pc:docMk/>
            <pc:sldMk cId="0" sldId="260"/>
            <ac:spMk id="6" creationId="{00000000-0000-0000-0000-000000000000}"/>
          </ac:spMkLst>
        </pc:spChg>
        <pc:picChg chg="add mod">
          <ac:chgData name="allie thakur" userId="f3e5fba7346f6fb8" providerId="LiveId" clId="{1C09B967-9617-4F33-9C41-D4A0CE5E31F0}" dt="2026-05-08T02:52:29.544" v="89" actId="1076"/>
          <ac:picMkLst>
            <pc:docMk/>
            <pc:sldMk cId="0" sldId="260"/>
            <ac:picMk id="7" creationId="{AF741A20-8C36-5CAA-E76F-0C52A10CEDBF}"/>
          </ac:picMkLst>
        </pc:picChg>
      </pc:sldChg>
      <pc:sldChg chg="modSp mod ord">
        <pc:chgData name="allie thakur" userId="f3e5fba7346f6fb8" providerId="LiveId" clId="{1C09B967-9617-4F33-9C41-D4A0CE5E31F0}" dt="2026-05-08T05:49:31.701" v="194"/>
        <pc:sldMkLst>
          <pc:docMk/>
          <pc:sldMk cId="0" sldId="261"/>
        </pc:sldMkLst>
        <pc:spChg chg="mod">
          <ac:chgData name="allie thakur" userId="f3e5fba7346f6fb8" providerId="LiveId" clId="{1C09B967-9617-4F33-9C41-D4A0CE5E31F0}" dt="2026-05-08T04:53:18.328" v="192" actId="20577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5T04:55:48.444" v="283" actId="20577"/>
        <pc:sldMkLst>
          <pc:docMk/>
          <pc:sldMk cId="0" sldId="266"/>
        </pc:sldMkLst>
        <pc:spChg chg="mod">
          <ac:chgData name="allie thakur" userId="f3e5fba7346f6fb8" providerId="LiveId" clId="{1C09B967-9617-4F33-9C41-D4A0CE5E31F0}" dt="2026-05-15T04:55:48.444" v="283" actId="20577"/>
          <ac:spMkLst>
            <pc:docMk/>
            <pc:sldMk cId="0" sldId="266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6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EMOTIVE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 Recognition System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926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4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fusion of facial &amp; audio emotion detection  |  EfficientNet + LSTM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4069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emotion recognition systems depend on a single modality — either facial expression or voice — making them prone to failure when that modality is noisy or ambiguous. A multimodal approach that fuses both signals produces more robust and accurate predictions in real-world conditions.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86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trained on FER-2013 for facial emotion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trained on RAVDESS for audio emotion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with webcam + microphone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emotion classes detected in real time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a parallel dual-pipeline architecture. The webcam stream feeds into EfficientNet-B0 for facial emotion detection, while the microphone stream is processed by the LSTM audio model. Both models output softmax probability vectors which are combined via a simple feature fusion layer to produce the final emotion label, displayed in real time on the Streamlit interface.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7315" y="1344165"/>
            <a:ext cx="8412480" cy="3429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169558" y="1344166"/>
            <a:ext cx="8608682" cy="3520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862A5C-57BA-BAAA-51F7-3C6C360A7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233" y="1289667"/>
            <a:ext cx="4347084" cy="34372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actors interact with the system: the End User who starts a session and views emotion output; the AI Engine which captures frames and audio, runs inference, and fuses results; and the Admin who manages model versions and session logs. Key use cases include: Start Session, Capture Frame, Detect Facial Emotion, Detect Audio Emotion, Fuse Results, Display Output, and Manage Models.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8412480" cy="3429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1435608"/>
            <a:ext cx="8412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F130CE-92C4-CA2C-3B31-FA59FE8C3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476" y="1511969"/>
            <a:ext cx="3796256" cy="3197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entities: Session (session_id, timestamp, user_id), FaceResult (result_id, session_id, frame_no, predicted_emotion, confidence), AudioResult (result_id, session_id, segment_no, predicted_emotion, confidence), FusedResult (fused_id, session_id, final_emotion, face_weight, audio_weight), and ModelMetadata (model_id, modality, version, accuracy, trained_on). All result tables relate to Session via session_id.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8412480" cy="3429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1435608"/>
            <a:ext cx="8412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741A20-8C36-5CAA-E76F-0C52A10CE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808" y="1505551"/>
            <a:ext cx="3219133" cy="32891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80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914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29844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FER-2013: 35,887 labelled 48×48 facial images, 7 classes.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RAVDESS: 1,440 audio recordings from 24 actors, 8 emotions.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8346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33375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4128" y="2971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335584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Face: Haar cascade → crop → resize 48×48 → normalize.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MFCC (40 coefficients, 130 timesteps) → z-score normalize.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7772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7772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280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50408" y="9144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50408" y="129844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(transfer learning, fine-tuned top layers).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(2 layers, 128 units). Adam optimizer, cross-entropy loss.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8346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3375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50408" y="2971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&amp; Output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0408" y="335584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fusion: softmax vectors from both models combined via weighted average. argmax gives final emotion label shown live.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86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Emotion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65.81%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(Transfer Learning)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FER-2013 — 35,887 images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emotion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48×48 grayscale crops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02336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886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Emotion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59.03%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98348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542032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(2 layers, 128 units)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— 1,440 samples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MFCC: 40 coeff, 130 timesteps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3-second audio window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86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Haarcascade detects face ROI per frame. EfficientNet classifies into 7 emotions with confidence score.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7772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7772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886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325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3-second audio windows sampled from mic. MFCC features extracted and fed into LSTM for prediction.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7772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7772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886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1325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outputs from both models merged via weighted late fusion. α weight is tunable per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streams webcam + mic, shows emotion label and confidence in real 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28346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8346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and segment-level predictions, fused results, and model version stored per session.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28346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8346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7-Class Emotion 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2512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Angry, Disgust, Fear, Happy, Neutral, Sad, Surprise — mapped across FER-2013 and RAVDESS labels.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86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(TF Hub)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(Keras Sequential)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27832" y="777240"/>
            <a:ext cx="2834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4992" y="886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64992" y="132588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FER-2013 Dataset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Dataset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(face detection)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(MFCC extraction)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(preprocessing)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777240"/>
            <a:ext cx="2834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886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Infra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18504" y="132588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(UI framework)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PyAudio (mic capture)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VideoCapture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(session logs)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(version control)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566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 extraction, face crop, model predict()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functions return correct shape &amp; dtype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→ detection → model → fusion → 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pipeline runs without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set on FER-2013 and RAVDESS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65.81% face accuracy, 59.03% audio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combination with α = 0.6 / 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output more stable than single modality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webcam + mic on laptop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inference at ~15–20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86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Improve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epochs, data augmentation, larger datasets (AffectNet, IEMOCAP) to push beyond current baselines.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7772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7772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886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Temporal Fusion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325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emotion over a sliding time window instead of frame-by-frame for better emotional dynamics.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7772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7772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886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Cloud 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13258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Streamlit to cloud-hosted web app (AWS / GCP) for broader access and scalability.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More Modalities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body language, eye gaze, and physiological signals for richer multimodal understanding.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28346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8346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Model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quantization and pruning for faster inference on edge and mobile devices.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283464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83464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Domain Applications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2512" y="338328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drowsiness detection, mental health monitoring, e-learning engagement tracking. We will tune this in one direction.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6858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real-time multimodal emotion recognition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achieves 65.81% accuracy on FER-2013 (facial model)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achieves 59.03% accuracy on RAVDESS (audio model)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MVP fuses both modalities end-to-end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use case, and ER diagrams completed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for future accuracy improvements and cloud deployment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990</Words>
  <Application>Microsoft Office PowerPoint</Application>
  <PresentationFormat>On-screen Show (16:9)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allie thakur</cp:lastModifiedBy>
  <cp:revision>1</cp:revision>
  <dcterms:created xsi:type="dcterms:W3CDTF">2026-05-08T02:43:07Z</dcterms:created>
  <dcterms:modified xsi:type="dcterms:W3CDTF">2026-05-15T05:05:42Z</dcterms:modified>
</cp:coreProperties>
</file>